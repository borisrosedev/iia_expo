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Montserrat Black"/>
      <p:regular r:id="rId12"/>
    </p:embeddedFont>
    <p:embeddedFont>
      <p:font typeface="Montserrat Black"/>
      <p:regular r:id="rId13"/>
    </p:embeddedFont>
    <p:embeddedFont>
      <p:font typeface="Inconsolata"/>
      <p:regular r:id="rId14"/>
    </p:embeddedFont>
    <p:embeddedFont>
      <p:font typeface="Inconsolata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L'Algorithme de Ricart-Agrawala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Une solution élégante au problème de l'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exclusion mutuelle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dans les systèmes distribués — publiée en 1981 par Glenn Ricart et Ashok Agrawala. Comment garantir qu'un seul nœud accède à une ressource critique à la fois,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sans serveur central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?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68881"/>
            <a:ext cx="5523071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Contexte &amp; Prérequis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1" y="1590675"/>
            <a:ext cx="4318397" cy="4318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5331" y="3245525"/>
            <a:ext cx="341530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 défi du temps distribué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505331" y="3705939"/>
            <a:ext cx="842010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Dans un réseau de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nœuds sans mémoire partagée, comment savoir qui a demandé l'accès en premier ? La réponse : les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horloges logiques de Lamport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12351" y="6272212"/>
            <a:ext cx="6522006" cy="1388507"/>
          </a:xfrm>
          <a:prstGeom prst="roundRect">
            <a:avLst>
              <a:gd name="adj" fmla="val 790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9491" y="6272212"/>
            <a:ext cx="91440" cy="1388507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8" name="Text 5"/>
          <p:cNvSpPr/>
          <p:nvPr/>
        </p:nvSpPr>
        <p:spPr>
          <a:xfrm>
            <a:off x="995124" y="6486406"/>
            <a:ext cx="2849404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Estampille temporelle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95124" y="6882170"/>
            <a:ext cx="602503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Chaque requête reçoit un timestamp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La plus petite estampille a la priorité.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95805" y="6272212"/>
            <a:ext cx="6522125" cy="1388507"/>
          </a:xfrm>
          <a:prstGeom prst="roundRect">
            <a:avLst>
              <a:gd name="adj" fmla="val 7903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72945" y="6272212"/>
            <a:ext cx="91440" cy="1388507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2" name="Text 9"/>
          <p:cNvSpPr/>
          <p:nvPr/>
        </p:nvSpPr>
        <p:spPr>
          <a:xfrm>
            <a:off x="7678579" y="6486406"/>
            <a:ext cx="2835950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Trois états d'un nœud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678579" y="6882170"/>
            <a:ext cx="602515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Libre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Demandeur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 Section Critique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81514"/>
            <a:ext cx="87870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Fonctionnement de l'Algorithme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648897"/>
            <a:ext cx="132411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 principe central : le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consentement unanime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Un nœud n'entre en section critique qu'après avoir reçu l'accord de </a:t>
            </a:r>
            <a:pPr algn="l"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tous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les autres.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6738" y="2141815"/>
            <a:ext cx="7776924" cy="461569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8915" y="3281374"/>
            <a:ext cx="655619" cy="6556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39617" y="5686874"/>
            <a:ext cx="1933194" cy="3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Accès</a:t>
            </a:r>
            <a:endParaRPr lang="en-US" sz="2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8738" y="3282603"/>
            <a:ext cx="655618" cy="6556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3262" y="5686874"/>
            <a:ext cx="1933195" cy="3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Décision</a:t>
            </a:r>
            <a:endParaRPr lang="en-US" sz="2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6063" y="3282603"/>
            <a:ext cx="655619" cy="65561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27185" y="5686874"/>
            <a:ext cx="1933194" cy="3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Demande</a:t>
            </a:r>
            <a:endParaRPr lang="en-US" sz="2300" dirty="0"/>
          </a:p>
        </p:txBody>
      </p:sp>
      <p:sp>
        <p:nvSpPr>
          <p:cNvPr id="11" name="Text 5"/>
          <p:cNvSpPr/>
          <p:nvPr/>
        </p:nvSpPr>
        <p:spPr>
          <a:xfrm>
            <a:off x="694611" y="6952774"/>
            <a:ext cx="132411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 cas de conflit entre deux demandeurs, l'horloge de Lamport tranche : la requête la plus ancienne l'emporte. À la libération, le nœud répond à tous ceux qu'il avait fait patienter.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8348"/>
            <a:ext cx="84327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Avantages &amp; Inconvénients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067288"/>
            <a:ext cx="6571417" cy="3143964"/>
          </a:xfrm>
          <a:prstGeom prst="roundRect">
            <a:avLst>
              <a:gd name="adj" fmla="val 291"/>
            </a:avLst>
          </a:prstGeom>
          <a:solidFill>
            <a:srgbClr val="F2B42D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294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Points forts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875246"/>
            <a:ext cx="6117788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Exclusion mutuelle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strictement garantie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Pas d'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interblocage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(deadlock) — l'ordre total de Lamport crée toujours un vainqueur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Pas de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famine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(starvation) — tout nœud finit par devenir prioritaire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294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⚠️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Points faibles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875246"/>
            <a:ext cx="6244709" cy="22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Trafic réseau élevé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messages par entrée en section critique — soit ~2000 messages pour 1000 nœuds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Tolérance aux pannes faible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si un seul nœud ne répond plus, le demandeur attend indéfiniment. Des mécanismes de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timeout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sont nécessaires.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76" y="164663"/>
            <a:ext cx="5266849" cy="7900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025" y="663297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1098590" y="1908572"/>
            <a:ext cx="7276386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Ricart-Agrawala illustre comment des règles locales simples et le temps logique font émerger une coordination globale — sans aucun point de contrôle centralisé.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9025" y="1669137"/>
            <a:ext cx="30480" cy="1517213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7" name="Shape 4"/>
          <p:cNvSpPr/>
          <p:nvPr/>
        </p:nvSpPr>
        <p:spPr>
          <a:xfrm>
            <a:off x="769025" y="3425785"/>
            <a:ext cx="3696533" cy="2309932"/>
          </a:xfrm>
          <a:prstGeom prst="roundRect">
            <a:avLst>
              <a:gd name="adj" fmla="val 3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794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96315" y="365307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Pierre angulaire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96315" y="4123968"/>
            <a:ext cx="3241953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 classique de l'algorithmique distribuée, fondement du consensus décentralisé.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678323" y="3425785"/>
            <a:ext cx="3696653" cy="2309932"/>
          </a:xfrm>
          <a:prstGeom prst="roundRect">
            <a:avLst>
              <a:gd name="adj" fmla="val 3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794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05613" y="365307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Optimisations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4905613" y="4123968"/>
            <a:ext cx="3242072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L'algorithme de Roucairol-Carvalho réduit les messages pour les accès répétés.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9025" y="5948482"/>
            <a:ext cx="7605951" cy="1617702"/>
          </a:xfrm>
          <a:prstGeom prst="roundRect">
            <a:avLst>
              <a:gd name="adj" fmla="val 5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7940" dir="270000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96315" y="617577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Héritage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996315" y="6646664"/>
            <a:ext cx="715137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Comprendre Ricart-Agrawala, c'est comprendre la prise de décision par consensus dans un monde décentralisé.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2026-04-12T14:24:31Z</dcterms:created>
  <dcterms:modified xsi:type="dcterms:W3CDTF">2026-04-12T14:24:31Z</dcterms:modified>
</cp:coreProperties>
</file>