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0292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SACK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0" y="3063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6BB8FF"/>
                </a:solidFill>
              </a:rPr>
              <a:t>Selective Acknowledgment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C7"/>
                </a:solidFill>
              </a:rPr>
              <a:t>TCP · RFC 2018 · 1996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Présentation réseau · 10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Le problème : ACK cumulatif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Émetteur envoie 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28800" y="1005840"/>
            <a:ext cx="658368" cy="502920"/>
          </a:xfrm>
          <a:prstGeom prst="rect">
            <a:avLst/>
          </a:prstGeom>
          <a:solidFill>
            <a:srgbClr val="EF4444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28800" y="731520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✕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6032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9184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9184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02336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6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5488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0" y="1005840"/>
            <a:ext cx="658368" cy="502920"/>
          </a:xfrm>
          <a:prstGeom prst="rect">
            <a:avLst/>
          </a:prstGeom>
          <a:solidFill>
            <a:srgbClr val="1E5FAD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30936" y="1627632"/>
            <a:ext cx="128016" cy="365760"/>
          </a:xfrm>
          <a:prstGeom prst="rect">
            <a:avLst/>
          </a:prstGeom>
          <a:solidFill>
            <a:srgbClr val="8BA3C7"/>
          </a:solidFill>
          <a:ln w="12700">
            <a:solidFill>
              <a:srgbClr val="8BA3C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1938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C7"/>
                </a:solidFill>
              </a:rPr>
              <a:t>▼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657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Récepteur reçoit :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6576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9728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9728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828800" y="2395728"/>
            <a:ext cx="658368" cy="502920"/>
          </a:xfrm>
          <a:prstGeom prst="rect">
            <a:avLst/>
          </a:prstGeom>
          <a:solidFill>
            <a:srgbClr val="2D3748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A3C7"/>
                </a:solidFill>
              </a:rPr>
              <a:t>?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56032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29184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9184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02336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02336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75488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486400" y="2395728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2395728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65760" y="3108960"/>
            <a:ext cx="5029200" cy="594360"/>
          </a:xfrm>
          <a:prstGeom prst="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" y="312724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ACK = 2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</a:rPr>
              <a:t>  →  renvoie tout depuis le segment 3 !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1828800" y="987552"/>
            <a:ext cx="3621024" cy="539496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828800" y="1545336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Tout retransmis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943600" y="685800"/>
            <a:ext cx="2880360" cy="3977640"/>
          </a:xfrm>
          <a:prstGeom prst="rect">
            <a:avLst/>
          </a:prstGeom>
          <a:solidFill>
            <a:srgbClr val="FFFFFF"/>
          </a:solidFill>
          <a:ln w="3810">
            <a:solidFill>
              <a:srgbClr val="8BA3C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43600" y="685800"/>
            <a:ext cx="64008" cy="3977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80760" y="777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Problème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080760" y="1170432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L'ACK dit seulement :
</a:t>
            </a:r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« j'ai tout reçu jusqu'à N »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Le récepteur bloque sur le trou
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Résultat : retransmission inutile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de tous les segments suivants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La solution : SACK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Récepteur a reçu 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9728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28800" y="1005840"/>
            <a:ext cx="658368" cy="502920"/>
          </a:xfrm>
          <a:prstGeom prst="rect">
            <a:avLst/>
          </a:prstGeom>
          <a:solidFill>
            <a:srgbClr val="2D3748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A3C7"/>
                </a:solidFill>
              </a:rPr>
              <a:t>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6032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2336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0" y="1005840"/>
            <a:ext cx="658368" cy="502920"/>
          </a:xfrm>
          <a:prstGeom prst="rect">
            <a:avLst/>
          </a:prstGeom>
          <a:solidFill>
            <a:srgbClr val="22C55E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0" y="10058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65760" y="1691640"/>
            <a:ext cx="8412480" cy="960120"/>
          </a:xfrm>
          <a:prstGeom prst="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Réponse SACK du récepteur 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19933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ACK = 2   </a:t>
            </a:r>
            <a:pPr indent="0" marL="0">
              <a:buNone/>
            </a:pPr>
            <a:r>
              <a:rPr lang="en-US" sz="1300" dirty="0">
                <a:solidFill>
                  <a:srgbClr val="8BA3C7"/>
                </a:solidFill>
              </a:rPr>
              <a:t>+   </a:t>
            </a:r>
            <a:pPr indent="0" marL="0">
              <a:buNone/>
            </a:pPr>
            <a:r>
              <a:rPr lang="en-US" sz="1500" b="1" dirty="0">
                <a:solidFill>
                  <a:srgbClr val="2196F3"/>
                </a:solidFill>
              </a:rPr>
              <a:t>SACK block [4 → 8]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657600" y="2011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6A34A"/>
                </a:solidFill>
              </a:rPr>
              <a:t>L'émetteur sait exactement que seul le segment 3 manque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7"/>
                </a:solidFill>
              </a:rPr>
              <a:t>Retransmission :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828800" y="3090672"/>
            <a:ext cx="65836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0" y="3090672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371600" y="362102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Un seul segment !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2743200"/>
            <a:ext cx="3246120" cy="2057400"/>
          </a:xfrm>
          <a:prstGeom prst="rect">
            <a:avLst/>
          </a:prstGeom>
          <a:solidFill>
            <a:srgbClr val="FFFFFF"/>
          </a:solidFill>
          <a:ln w="3810">
            <a:solidFill>
              <a:srgbClr val="8BA3C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77840" y="2743200"/>
            <a:ext cx="64008" cy="2057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1500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Avantage SACK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715000" y="3200400"/>
            <a:ext cx="2926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Retransmission chirurgicale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uniquement les segments perdus
</a:t>
            </a:r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1 RTT suffit
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pour combler tous les trous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Format &amp; négociation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2606040" cy="3108960"/>
          </a:xfrm>
          <a:prstGeom prst="rect">
            <a:avLst/>
          </a:prstGeom>
          <a:solidFill>
            <a:srgbClr val="1A3A6B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868680"/>
            <a:ext cx="26060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51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Handshake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103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Option SACK-permitted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égociée lors du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SYN / SYN-ACK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606040" cy="3108960"/>
          </a:xfrm>
          <a:prstGeom prst="rect">
            <a:avLst/>
          </a:prstGeom>
          <a:solidFill>
            <a:srgbClr val="1A3A6B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868680"/>
            <a:ext cx="26060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1051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20040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Bloc SACK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37560" y="2103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8 octets par bloc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(début + fin)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Max 4 blocs / segment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868680"/>
            <a:ext cx="2606040" cy="3108960"/>
          </a:xfrm>
          <a:prstGeom prst="rect">
            <a:avLst/>
          </a:prstGeom>
          <a:solidFill>
            <a:srgbClr val="1A3A6B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868680"/>
            <a:ext cx="26060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051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035040" y="162763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D-SACK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72200" y="21031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RFC 2883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Signale les doublons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B8FF"/>
                </a:solidFill>
              </a:rPr>
              <a:t>pour éviter retransmissions inutiles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En-tête TCP — zone Options (max 40 octets)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434840"/>
            <a:ext cx="1069848" cy="45720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43484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Source port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463040" y="4434840"/>
            <a:ext cx="1069848" cy="45720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63040" y="4434840"/>
            <a:ext cx="1069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Dest port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60320" y="4434840"/>
            <a:ext cx="1344168" cy="45720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0" y="443484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Seq num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931920" y="4434840"/>
            <a:ext cx="1344168" cy="45720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31920" y="443484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ACK num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03520" y="4434840"/>
            <a:ext cx="795528" cy="45720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4434840"/>
            <a:ext cx="795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Flags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26480" y="4434840"/>
            <a:ext cx="795528" cy="45720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4434840"/>
            <a:ext cx="795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Window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949440" y="4434840"/>
            <a:ext cx="2167128" cy="457200"/>
          </a:xfrm>
          <a:prstGeom prst="rect">
            <a:avLst/>
          </a:prstGeom>
          <a:solidFill>
            <a:srgbClr val="2196F3"/>
          </a:solidFill>
          <a:ln w="15240">
            <a:solidFill>
              <a:srgbClr val="6BB8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49440" y="443484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SACK blocs ✦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Impact sur les performances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931920" cy="2103120"/>
          </a:xfrm>
          <a:prstGeom prst="rect">
            <a:avLst/>
          </a:prstGeom>
          <a:solidFill>
            <a:srgbClr val="1A3A6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868680"/>
            <a:ext cx="3931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C7"/>
                </a:solidFill>
              </a:rPr>
              <a:t>Sans SACK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 RTT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65760" y="21762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B8FF"/>
                </a:solidFill>
              </a:rPr>
              <a:t>1 retransmission par trou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868680"/>
            <a:ext cx="3931920" cy="2103120"/>
          </a:xfrm>
          <a:prstGeom prst="rect">
            <a:avLst/>
          </a:prstGeom>
          <a:solidFill>
            <a:srgbClr val="1A3A6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868680"/>
            <a:ext cx="39319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C7"/>
                </a:solidFill>
              </a:rPr>
              <a:t>Avec SACK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371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RTT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4663440" y="21762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B8FF"/>
                </a:solidFill>
              </a:rPr>
              <a:t>tous les trous en un aller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77640" y="13716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A3C7"/>
                </a:solidFill>
              </a:rPr>
              <a:t>VS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 d'usage où SACK fait la différence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566160"/>
            <a:ext cx="2606040" cy="123444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🛰️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6576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Liaisons satellite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fort BDP, latence élevée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3566160"/>
            <a:ext cx="2606040" cy="123444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20040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Wi-Fi, 5G longue portée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200400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taux de perte &gt; 1%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3566160"/>
            <a:ext cx="2606040" cy="1234440"/>
          </a:xfrm>
          <a:prstGeom prst="rect">
            <a:avLst/>
          </a:prstGeom>
          <a:solidFill>
            <a:srgbClr val="091228"/>
          </a:solidFill>
          <a:ln w="3810">
            <a:solidFill>
              <a:srgbClr val="1E5FA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035040" y="4069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Transferts massifs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35040" y="43891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fenêtres TCP &gt; 100 Mo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</a:rPr>
              <a:t>Limites &amp; considérations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8BA3C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1440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91440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61872" y="1005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SACK spoofing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138988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Un récepteur malveillant peut mentir dans ses blocs SACK → forcer des retransmissions inutiles. Paré par RFC 2883 et les implémentations modernes.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148840"/>
            <a:ext cx="84124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8BA3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14884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14884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61872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Espace limité dans l'en-tête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61872" y="262432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Max 4 blocs SACK = 32 octets. Compétition avec d'autres options TCP (timestamps, MSS…). Rare mais à garder en tête.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3383280"/>
            <a:ext cx="84124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8BA3C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383280"/>
            <a:ext cx="64008" cy="1097280"/>
          </a:xfrm>
          <a:prstGeom prst="rect">
            <a:avLst/>
          </a:prstGeom>
          <a:solidFill>
            <a:srgbClr val="1E5FAD"/>
          </a:solidFill>
          <a:ln w="12700">
            <a:solidFill>
              <a:srgbClr val="1E5F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38328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261872" y="3474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Complexité côté émetteur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61872" y="38587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Gérer la file de retransmission SACK est plus complexe que le simple Go-Back-N. Toutes les implémentations ne sont pas parfaites.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286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508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résumé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65760" y="2286000"/>
            <a:ext cx="2606040" cy="1965960"/>
          </a:xfrm>
          <a:prstGeom prst="rect">
            <a:avLst/>
          </a:prstGeom>
          <a:solidFill>
            <a:srgbClr val="1A3A6B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2286000"/>
            <a:ext cx="260604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Rétrocompatible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" y="29443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B8FF"/>
                </a:solidFill>
              </a:rPr>
              <a:t>simple option TCP, négociée au handshake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2286000"/>
            <a:ext cx="2606040" cy="1965960"/>
          </a:xfrm>
          <a:prstGeom prst="rect">
            <a:avLst/>
          </a:prstGeom>
          <a:solidFill>
            <a:srgbClr val="1A3A6B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2286000"/>
            <a:ext cx="260604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Chirurgical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10128" y="29443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B8FF"/>
                </a:solidFill>
              </a:rPr>
              <a:t>seuls les segments perdus sont retransmis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2286000"/>
            <a:ext cx="2606040" cy="1965960"/>
          </a:xfrm>
          <a:prstGeom prst="rect">
            <a:avLst/>
          </a:prstGeom>
          <a:solidFill>
            <a:srgbClr val="1A3A6B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2286000"/>
            <a:ext cx="260604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44768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 Standard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144768" y="294436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B8FF"/>
                </a:solidFill>
              </a:rPr>
              <a:t>activé par défaut sur Linux, Windows, macOS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4526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RFC 2018 · RFC 2883 · Enabled by default since Linux 2.4 (2001)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SACK – Selective Acknowledgment</dc:title>
  <dc:subject>PptxGenJS Presentation</dc:subject>
  <dc:creator>PptxGenJS</dc:creator>
  <cp:lastModifiedBy>PptxGenJS</cp:lastModifiedBy>
  <cp:revision>1</cp:revision>
  <dcterms:created xsi:type="dcterms:W3CDTF">2026-04-08T12:08:12Z</dcterms:created>
  <dcterms:modified xsi:type="dcterms:W3CDTF">2026-04-08T12:08:12Z</dcterms:modified>
</cp:coreProperties>
</file>