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2286000"/>
            <a:ext cx="2286000" cy="2286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</a:rPr>
              <a:t>TCP CUBIC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EAD4"/>
                </a:solidFill>
              </a:rPr>
              <a:t>Contrôle de congestion pour les réseaux modernes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RSX102 — Technologies pour les applications en réseau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RFC 8312  •  Linux default since 2.6.19  •  Exposé ≈ 15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828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89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Boris Rose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Rappel — Le contrôle de congestion TCP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Bases nécessaires pour comprendre CUBIC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10972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Slow Start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16276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cwnd double à chaque RTT (croissance exponentielle)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651760"/>
            <a:ext cx="10972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Congestion Avoidance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31363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cwnd +1 MSS par RTT (croissance linéaire — AIMD)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10972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252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Fast Retransmit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162763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Retransmission immédiate sur 3 ACK dupliqués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517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651760"/>
            <a:ext cx="109728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Fast Recovery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313639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cwnd → ssthresh ; évite de revenir à Slow Start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A"/>
                </a:solidFill>
              </a:rPr>
              <a:t>Principe AIMD : Additive Increase, Multiplicative Decrease — augmentation progressive, réduction brutale en cas de perte.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Limites des algorithmes classiques (Reno)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Pourquoi avait-on besoin de quelque chose de mieux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Problèmes de Reno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Sur les réseaux Long Fat Networks (LFN), la croissance linéaire est trop lente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Des centaines de RTT nécessaires pour récupérer après une perte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La capacité des liens fibre n'est jamais pleinement exploitée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Iniquité : les flux à RTT court reçoivent les ACKs plus vite → fenêtre plus grande → plus de bande passante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 Fat Network (LFN)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600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Un réseau est dit Long Fat quand le produit bande passante × délai (BDP) est élevé.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92040" y="2331720"/>
            <a:ext cx="37490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35915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Fibre intercontinentale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35915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100 Gbps, 150 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990088"/>
            <a:ext cx="37490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30175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Lien satellite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0175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10 Mbps, 600 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48456"/>
            <a:ext cx="374904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67588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Data center haute densité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367588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25 Gbps, 1 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F4444"/>
                </a:solidFill>
              </a:rPr>
              <a:t>Sur ces réseaux, Reno est inefficace et injuste.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 BIC-TCP à CUBIC — L'évolution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Comment CUBIC est né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926080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2004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051560"/>
            <a:ext cx="1417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051560"/>
            <a:ext cx="14173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143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BIC-TCP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55448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Recherche binaire entre Wmax et cible. Défaut Linux 2.6.8.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24328" y="29260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2006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67128" y="1051560"/>
            <a:ext cx="1417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67128" y="1051560"/>
            <a:ext cx="14173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12848" y="1143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CUBIC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155448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Fonction cubique lisse. Défaut Linux 2.6.19.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88536" y="2926080"/>
            <a:ext cx="274320" cy="2743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77056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2008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31336" y="1051560"/>
            <a:ext cx="1417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31336" y="1051560"/>
            <a:ext cx="141732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1143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RFC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77056" y="155448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Publication ACM SIGOPS. Ha, Rhee, Xu.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52744" y="29260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2017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95544" y="1051560"/>
            <a:ext cx="1417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544" y="1051560"/>
            <a:ext cx="1417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1264" y="1143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Windows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41264" y="155448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Intégré dans Windows 10 (v1709) et Server 2019.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16952" y="29260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2018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59752" y="1051560"/>
            <a:ext cx="1417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9752" y="1051560"/>
            <a:ext cx="1417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05472" y="11430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RFC 8312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05472" y="155448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Standardisation IETF officielle.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1B2A4A">
              <a:alpha val="95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CUBIC améliore BIC en remplaçant la croissance linéaire par morceaux par une courbe cubique lisse, réduisant l'agressivité et améliorant l'équité.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 fonction cubique — W(t) = C × (t − K)³ + W_max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Le cœur mathématique de CUBIC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5EEAD4"/>
                </a:solidFill>
              </a:rPr>
              <a:t>W(t)  =  C  ×  (t − K)³  +  W_max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48840"/>
            <a:ext cx="914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219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W(t)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5694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Taille de la fenêtre de congestion à l'instant 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214884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14884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219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5694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Constante d'échelle (contrôle l'agressivité de la croissance)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14884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148840"/>
            <a:ext cx="914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2219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5694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Instant où W(t) = W_max (point d'inflexion de la courbe)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37360" y="333756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737360" y="333756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4107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W_max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37581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Taille de la fenêtre au moment de la dernière perte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337560"/>
            <a:ext cx="2697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337560"/>
            <a:ext cx="914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1071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37581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Temps écoulé depuis le dernier événement de congestion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⭢  La croissance dépend du TEMPS, pas du nombre d'ACKs reçus → indépendance vis-à-vis du RTT.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Les 4 principes de conception — RFC 8312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Les garanties formelles de CUBIC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801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Utilisation &amp; Stabilité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733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Utilise les deux profils (concave ET convexe) de la courbe cubique. Évite les bursts massifs autour du point de saturation.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58968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TCP-Friendly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16733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Sur les petits réseaux, CUBIC adopte le comportement de TCP standard pour ne pas pénaliser les flux classiques.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RTT-Fairness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54787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La fenêtre croît selon le temps réel écoulé. Résultat : équité de bande passante entre flux de RTT différents.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58968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Facteur β de réduction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58968" y="354787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CUBIC calibre soigneusement β (≈ 0.7) pour équilibrer la vitesse de convergence et la scalabilité.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Comportement de la fenêtre — Concave puis Convexe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La courbe en S de CUBIC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CONCAVE  (→ W_max)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1. Une perte survient → CUBIC enregistre W_max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2. cwnd est réduit multiplicativement (β ≈ 0.7)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3. Croissance rapide d'abord, puis de plus en plus lente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4. La fenêtre s'approche prudemment de W_max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Comportement stable et respectueux des autres flux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CONVEXE  (au-delà de W_max)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1. W_max atteint sans nouvelle perte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2. CUBIC suppose qu'il y a plus de bande passante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3. Croissance lente d'abord, puis accélération progressive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4. La fenêtre explore un nouveau point de saturation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→ Utilisation maximale et stable du réseau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800600"/>
            <a:ext cx="859536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RTT-Fairness — L'équité entre flux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Une innovation majeure de CUBIC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5544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18288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 de croissance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RTT court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RTT long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TCP Reno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Nombre d'ACKs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✓ Avantagé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 Pénalisé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CUBIC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Temps réel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= Neutre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= Neutre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834640"/>
            <a:ext cx="85953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2971800"/>
            <a:ext cx="8595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Comment CUBIC atteint cette équité 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TCP Reno : la fenêtre augmente de 1 MSS par ACK reçu. Un flux avec RTT=10ms reçoit 20× plus d'ACKs qu'un flux avec RTT=200ms → 20× plus de croissance.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•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CUBIC : la fenêtre est calculée en fonction du temps écoulé, pas des ACKs. Les deux flux évoluent au même rythme temporel → partage équitable.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4645152"/>
            <a:ext cx="8595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645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CUBIC ajuste sa fenêtre à intervalles réguliers basés sur le temps — indépendamment de la fréquence d'arrivée des ACKs.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Déploiement mondial et support système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CUBIC est partout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97280"/>
            <a:ext cx="914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Linux ≥ 2.6.19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188720"/>
            <a:ext cx="1188720" cy="38404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1887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Par défaut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55648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55648"/>
            <a:ext cx="914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470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Windows 10 (v1709+)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847088"/>
            <a:ext cx="1188720" cy="384048"/>
          </a:xfrm>
          <a:prstGeom prst="rect">
            <a:avLst/>
          </a:prstGeom>
          <a:solidFill>
            <a:srgbClr val="1B2A4A">
              <a:alpha val="15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847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Intégré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84708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2017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414016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14016"/>
            <a:ext cx="9144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0545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Windows Server 2019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2505456"/>
            <a:ext cx="1188720" cy="384048"/>
          </a:xfrm>
          <a:prstGeom prst="rect">
            <a:avLst/>
          </a:prstGeom>
          <a:solidFill>
            <a:srgbClr val="1B2A4A">
              <a:alpha val="15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5054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Intégré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5054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2018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72384"/>
            <a:ext cx="9144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6382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FreeBSD ≥ 14.x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66160" y="3163824"/>
            <a:ext cx="118872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31638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Par défaut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16382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730752"/>
            <a:ext cx="5303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30752"/>
            <a:ext cx="91440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2219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macOS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6160" y="3822192"/>
            <a:ext cx="1188720" cy="384048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38221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New Reno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8221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1051560"/>
            <a:ext cx="306324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0" y="1143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Vérifier sur Linux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146304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sysctl net.ipv4.tcp_congestion_control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43600" y="170992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cubic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0" y="195681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943600" y="220370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sysctl net.ipv4.tcp_available\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245059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_congestion_control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2697480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reno cubic bbr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43600" y="294436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43600" y="319125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Changer (temporaire)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0" y="343814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sysctl -w ...=bbr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CUBIC vs BBR — Quel est le meilleur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Comparaison des deux algorithmes dominants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CUBIC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BBR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Base de détection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Perte de paquets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Modèle BW + RTT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Réaction à la perte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Réduction multiplicative cwnd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Réestimation du débit optimal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Réseau à pertes aléatoires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Peut sous-performer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Meilleure résistance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Équité entre flux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Bonne (RFC 8312)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Contestée (BBRv1)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Complexité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Modérée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Élevée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Adoption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Très large (défaut Linux)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</a:rPr>
                        <a:t>Croissante (YouTube, QUIC)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343400"/>
            <a:ext cx="859536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CUBIC = référence mondiale par sa stabilité prouvée et son déploiement massif. BBR = meilleur dans des contextes spécifiques (très haute perte, très haute latence).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Une seule modification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CC"/>
                </a:solidFill>
              </a:rPr>
              <a:t>CUBIC ne change que la fonction de croissance de cwnd — tout le reste de TCP reste intact.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Deux problèmes résolus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7190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CC"/>
                </a:solidFill>
              </a:rPr>
              <a:t>Sous-utilisation des LFN et iniquité entre flux de RTT différents, les deux grandes limites de Reno.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1148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900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Rétrocompatibilité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107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CC"/>
                </a:solidFill>
              </a:rPr>
              <a:t>Mode TCP-Friendly garantit la coexistence pacifique avec les flux Reno et New Reno classiques.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4114800" cy="150876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880360"/>
            <a:ext cx="10972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9900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Stabilité prouvée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107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CC"/>
                </a:solidFill>
              </a:rPr>
              <a:t>Déployé sur des milliards de connexions depuis 2006, RFC 8312 standardisé en 2018.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EEAD4"/>
                </a:solidFill>
              </a:rPr>
              <a:t>W(t) = C × (t − K)³ + W_max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Sources et références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Pour aller plus loin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RSX102 — Boris Rose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RFC 8312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0515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CUBIC for Fast Long-Distance Networks — IETF, février 2018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datatracker.ietf.org/doc/html/rfc8312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4650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46504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4650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Ha, Rhee, Xu (2008)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17465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CUBIC: A New TCP-Friendly High-Speed TCP Variant — ACM SIGOPS Operating Systems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7465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dl.acm.org/doi/10.1145/1400097.1400105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4144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41448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Wikipedia CUBIC TCP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24414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CUBIC TCP — Wikipedia / Wikipédia (FR)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4414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fr.wikipedia.org/wiki/CUBIC_TCP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13639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36392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639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Cours RSX102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1363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Boris Rose — Technologies pour les applications en réseau, 51h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1363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cours fourni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831336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831336"/>
            <a:ext cx="91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3133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TCP CC Systems Approach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38313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tcpcc.systemsapproach.org — Chapter 4: CUBIC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83133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tcpcc.systemsapproach.org/algorithm.html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RSX102 — Boris Rose  •  Exposé TCP CUBIC  •  15 minutes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 CUBIC — RSX102</dc:title>
  <dc:subject>PptxGenJS Presentation</dc:subject>
  <dc:creator>Boris Rose</dc:creator>
  <cp:lastModifiedBy>Boris Rose</cp:lastModifiedBy>
  <cp:revision>1</cp:revision>
  <dcterms:created xsi:type="dcterms:W3CDTF">2026-04-08T20:11:12Z</dcterms:created>
  <dcterms:modified xsi:type="dcterms:W3CDTF">2026-04-08T20:11:12Z</dcterms:modified>
</cp:coreProperties>
</file>