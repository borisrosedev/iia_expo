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WebSockets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 bidirectionnelle en temps réel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3657600"/>
            <a:ext cx="8229600" cy="457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Comprendre le protocole, les cas d'usage et l'implémentation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problème avec HTTP classique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65760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97280"/>
            <a:ext cx="73152" cy="32004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2801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 Unidirectionnelle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3200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fait une requête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Serveur répond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Connexion se ferme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 du temps réel : polling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0" y="1097280"/>
            <a:ext cx="365760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0" y="1097280"/>
            <a:ext cx="73152" cy="32004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9" name="Text 7"/>
          <p:cNvSpPr/>
          <p:nvPr/>
        </p:nvSpPr>
        <p:spPr>
          <a:xfrm>
            <a:off x="5303520" y="12801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Problèmes du polling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303520" y="1737360"/>
            <a:ext cx="3200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Latence élevée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Consommation de bande passante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Charge serveur inutile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 vraiment temps réel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Qu'est-ce qu'un WebSocket 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1097280"/>
            <a:ext cx="7315200" cy="1371600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097280" y="1371600"/>
            <a:ext cx="6949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protocole de communication bidirectionnelle et persistante sur une seule connexion TCP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2743200"/>
            <a:ext cx="41148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2743200"/>
            <a:ext cx="73152" cy="20116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9260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Caractéristiques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338328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Full-duplex (bidirectionnel)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Connexion persistante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Faible latence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ws:// ou wss:// (sécurisé)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0" y="2743200"/>
            <a:ext cx="41148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0" y="2743200"/>
            <a:ext cx="73152" cy="20116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29260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Avantages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846320" y="338328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 temps réel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Moins de overhead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natif du serveur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natif navigateurs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 ça marche : Le handshake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280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Client envoie une requête HTTP avec upgrade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19456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/chat HTTP/1.1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Upgrade: websocket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Connection: Upgrade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solidFill>
            <a:srgbClr val="00A896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3383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Serveur accepte et répond avec code 101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14400" y="4114800"/>
            <a:ext cx="7315200" cy="7315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429768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HTTP/1.1 101 Switching Protocols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Upgrade: websocket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Connection: Upgrade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Cycle de vie d'une connexion WebSocket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286000" cy="731520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3716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Handshake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→ WS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429000" y="1371600"/>
            <a:ext cx="2286000" cy="731520"/>
          </a:xfrm>
          <a:prstGeom prst="rect">
            <a:avLst/>
          </a:prstGeom>
          <a:solidFill>
            <a:srgbClr val="00A896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429000" y="13716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Connexion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Ouverte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0" y="1371600"/>
            <a:ext cx="2286000" cy="731520"/>
          </a:xfrm>
          <a:prstGeom prst="rect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0" y="13716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Bidirectionnels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743200" y="1737360"/>
            <a:ext cx="685800" cy="0"/>
          </a:xfrm>
          <a:prstGeom prst="line">
            <a:avLst/>
          </a:prstGeom>
          <a:noFill/>
          <a:ln w="38100">
            <a:solidFill>
              <a:srgbClr val="1E293B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715000" y="1737360"/>
            <a:ext cx="685800" cy="0"/>
          </a:xfrm>
          <a:prstGeom prst="line">
            <a:avLst/>
          </a:prstGeom>
          <a:noFill/>
          <a:ln w="38100">
            <a:solidFill>
              <a:srgbClr val="1E293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914400" y="2743200"/>
            <a:ext cx="73152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188720" y="2926080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Événements principaux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71600" y="3383280"/>
            <a:ext cx="6400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onopen : Connexion établie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onmessage : Réception d'un message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onerror : Erreur de connexion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onclose : Connexion fermée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 d'usage typiques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8862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97280"/>
            <a:ext cx="73152" cy="1645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2801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&amp; Messaging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64592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Discord, Slack, WhatsApp Web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Messages en temps réel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00600" y="1097280"/>
            <a:ext cx="38862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800600" y="1097280"/>
            <a:ext cx="73152" cy="16459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5074920" y="12801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Gaming &amp; Temps Réel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74920" y="164592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Jeux multijoueurs, trading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Mouvements synchronisés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108960"/>
            <a:ext cx="38862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3108960"/>
            <a:ext cx="73152" cy="16459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2918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Collaboration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1520" y="365760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Docs, Figma, Notion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Édition collaborative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00600" y="3108960"/>
            <a:ext cx="38862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00600" y="3108960"/>
            <a:ext cx="73152" cy="1645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5074920" y="32918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Notifications Push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074920" y="365760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Alertes, updates, status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Notifications instantanées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Avantages vs Inconvénients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6576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97280"/>
            <a:ext cx="73152" cy="3474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2801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Avantages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32004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Latence très faible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 bidirectionnelle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Moins de overhead réseau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natif navigateurs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serveur instantané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Connexion persistante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0" y="1097280"/>
            <a:ext cx="36576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0" y="1097280"/>
            <a:ext cx="73152" cy="34747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9" name="Text 7"/>
          <p:cNvSpPr/>
          <p:nvPr/>
        </p:nvSpPr>
        <p:spPr>
          <a:xfrm>
            <a:off x="5303520" y="12801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Inconvénients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303520" y="1737360"/>
            <a:ext cx="32004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Gestion des déconnexions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Consommation de ressources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Complexité du scaling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 de cache HTTP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Debugging plus complexe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Firewall/proxy issues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WebSocket vs Alternatives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8862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97280"/>
            <a:ext cx="73152" cy="18288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2801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Server-Sent Events (SSE)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64592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Unidirectionnel (serveur → client)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Plus simple à implémenter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Reconnexion automatique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Idéal pour : notifications, feeds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800600" y="1097280"/>
            <a:ext cx="38862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800600" y="1097280"/>
            <a:ext cx="73152" cy="18288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5074920" y="12801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Polling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74920" y="164592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Requêtes HTTP maintenues ouvertes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Compatible avec proxy/firewall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Plus de overhead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Fallback pour WebSocket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200400"/>
            <a:ext cx="38862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3200400"/>
            <a:ext cx="73152" cy="18288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3832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WebRTC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374904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Communication peer-to-peer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Très faible latence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Complexité élevée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Idéal pour : audio/vidéo, gaming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00600" y="3200400"/>
            <a:ext cx="38862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00600" y="3200400"/>
            <a:ext cx="73152" cy="1828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5074920" y="33832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gRPC Streaming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74920" y="374904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Protocole binaire performant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Streaming bidirectionnel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Pas de support navigateur direct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Idéal pour : APIs internes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&amp; Considérations de Scaling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Défis du scaling WebSocket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7373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connexions persistantes consomment des ressources serveur en continu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36576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2743200"/>
            <a:ext cx="73152" cy="20116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926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Solutions techniques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3383280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balancing avec sticky sessions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 pour synchroniser les serveurs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Clustering horizontal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 brokers (RabbitMQ, Kafka)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0" y="2743200"/>
            <a:ext cx="36576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0" y="2743200"/>
            <a:ext cx="73152" cy="20116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5303520" y="2926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Bonnes pratiques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303520" y="3383280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Heartbeat/ping pour détecter déconnexions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 du nombre de connexions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Timeout sur connexions inactives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 des métriques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Sécurité &amp; Bonnes Pratiques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6576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97280"/>
            <a:ext cx="73152" cy="16459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2801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🔓 Menaces de sécurité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64592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Cross-Site WebSocket Hijacking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par connexions multiples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Injection de messages malicieux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Man-in-the-middle (sans TLS)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0" y="1097280"/>
            <a:ext cx="36576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0" y="1097280"/>
            <a:ext cx="73152" cy="1645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5303520" y="12801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Mesures de protection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303520" y="164592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Toujours utiliser WSS (TLS)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Vérifier l'origine (Origin header)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Authentification robuste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limiting &amp; validation input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4400" y="3017520"/>
            <a:ext cx="73152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914400" y="3017520"/>
            <a:ext cx="73152" cy="16459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1188720" y="320040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Recommandations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88720" y="356616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Implémenter un système de permissions granulaires pour les messages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Logger et monitorer toutes les connexions et actions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Utiliser des tokens JWT avec expiration courte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Tester régulièrement la sécurité (pen testing)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 utiliser (ou pas) WebSocket 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6576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97280"/>
            <a:ext cx="73152" cy="3474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2801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Utiliser WebSocket pour 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645920"/>
            <a:ext cx="32004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et messagerie instantanée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Jeux multijoueurs temps réel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Collaboration simultanée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Trading/crypto en temps réel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 live (dashboards)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Notifications push complexes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 avec interactions fréquentes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0" y="1097280"/>
            <a:ext cx="36576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0" y="1097280"/>
            <a:ext cx="73152" cy="34747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9" name="Text 7"/>
          <p:cNvSpPr/>
          <p:nvPr/>
        </p:nvSpPr>
        <p:spPr>
          <a:xfrm>
            <a:off x="5303520" y="12801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Éviter WebSocket pour :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303520" y="1645920"/>
            <a:ext cx="32004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APIs REST classiques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Transfert de fichiers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Applications statiques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Interactions rares (&lt;1/min)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 la cache HTTP suffit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Notifications simples (SSE mieux)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Protocoles existants adaptés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914400" y="1280160"/>
            <a:ext cx="73152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097280" y="155448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WebSockets révolutionnent la communication web en permettant des échanges bidirectionnels et temps réel.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Ressources pour aller plus loin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" y="347472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RFC 6455 - The WebSocket Protocol</a:t>
            </a:r>
            <a:endParaRPr lang="en-US" sz="1400" dirty="0"/>
          </a:p>
          <a:p>
            <a:pPr algn="ctr"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MDN WebSocket API Documentation</a:t>
            </a:r>
            <a:endParaRPr lang="en-US" sz="1400" dirty="0"/>
          </a:p>
          <a:p>
            <a:pPr algn="ctr"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Socket.io pour une couche d'abstraction</a:t>
            </a:r>
            <a:endParaRPr lang="en-US" sz="1400" dirty="0"/>
          </a:p>
          <a:p>
            <a:pPr algn="ctr"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ws (Node.js) et python-websockets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 WebSockets - Comprendre et Implémenter</dc:title>
  <dc:subject>PptxGenJS Presentation</dc:subject>
  <dc:creator>Leo</dc:creator>
  <cp:lastModifiedBy>Leo</cp:lastModifiedBy>
  <cp:revision>1</cp:revision>
  <dcterms:created xsi:type="dcterms:W3CDTF">2026-04-09T07:22:06Z</dcterms:created>
  <dcterms:modified xsi:type="dcterms:W3CDTF">2026-04-09T07:22:06Z</dcterms:modified>
</cp:coreProperties>
</file>