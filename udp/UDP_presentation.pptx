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3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9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7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5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3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8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3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6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4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10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71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92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70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60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6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00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319" y="487863"/>
            <a:ext cx="7511473" cy="1312480"/>
          </a:xfrm>
        </p:spPr>
        <p:txBody>
          <a:bodyPr>
            <a:normAutofit/>
          </a:bodyPr>
          <a:lstStyle/>
          <a:p>
            <a:pPr algn="ctr"/>
            <a:r>
              <a:rPr sz="4400" dirty="0"/>
              <a:t>UDP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D34C46-E8DF-8CC0-CFD2-9BE4BC2FC78C}"/>
              </a:ext>
            </a:extLst>
          </p:cNvPr>
          <p:cNvSpPr txBox="1"/>
          <p:nvPr/>
        </p:nvSpPr>
        <p:spPr>
          <a:xfrm>
            <a:off x="5740143" y="6017342"/>
            <a:ext cx="3187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Merlin—</a:t>
            </a:r>
            <a:r>
              <a:rPr lang="fr-FR" dirty="0" err="1"/>
              <a:t>Yhuel</a:t>
            </a:r>
            <a:r>
              <a:rPr lang="fr-FR" dirty="0"/>
              <a:t> Gwendal</a:t>
            </a:r>
          </a:p>
          <a:p>
            <a:pPr algn="ctr"/>
            <a:r>
              <a:rPr lang="fr-FR" dirty="0"/>
              <a:t>09/04/2026</a:t>
            </a:r>
          </a:p>
        </p:txBody>
      </p:sp>
      <p:pic>
        <p:nvPicPr>
          <p:cNvPr id="1026" name="Picture 2" descr="UDP - acronyme du protocole de : image vectorielle de stock (libre de  droits) 1997458445 | Shutterstock">
            <a:extLst>
              <a:ext uri="{FF2B5EF4-FFF2-40B4-BE49-F238E27FC236}">
                <a16:creationId xmlns:a16="http://schemas.microsoft.com/office/drawing/2014/main" id="{490A0D4B-05E4-C900-2890-699D88773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864" y="1977516"/>
            <a:ext cx="4773517" cy="356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6410D-2A57-00C6-5C14-5589F3167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834CF-51CD-2E8D-2508-35A308116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64" y="3034292"/>
            <a:ext cx="7511472" cy="4041162"/>
          </a:xfrm>
        </p:spPr>
        <p:txBody>
          <a:bodyPr>
            <a:normAutofit fontScale="92500" lnSpcReduction="20000"/>
          </a:bodyPr>
          <a:lstStyle/>
          <a:p>
            <a:r>
              <a:rPr lang="fr-FR" sz="2600" dirty="0"/>
              <a:t>Introduction</a:t>
            </a:r>
          </a:p>
          <a:p>
            <a:r>
              <a:rPr lang="fr-FR" sz="2600" dirty="0"/>
              <a:t>UDP VS TCP</a:t>
            </a:r>
          </a:p>
          <a:p>
            <a:r>
              <a:rPr lang="fr-FR" sz="2600" dirty="0"/>
              <a:t>FONCTIONNEMENT</a:t>
            </a:r>
          </a:p>
          <a:p>
            <a:r>
              <a:rPr lang="fr-FR" sz="2600" dirty="0"/>
              <a:t>ABSENCE DE GARANTIES</a:t>
            </a:r>
          </a:p>
          <a:p>
            <a:r>
              <a:rPr lang="fr-FR" sz="2600" dirty="0"/>
              <a:t>STRUCTURE D’UN PAQUET UDP</a:t>
            </a:r>
          </a:p>
          <a:p>
            <a:r>
              <a:rPr lang="fr-FR" sz="2600" dirty="0"/>
              <a:t>AVANTAGES </a:t>
            </a:r>
          </a:p>
          <a:p>
            <a:r>
              <a:rPr lang="fr-FR" sz="2600" dirty="0"/>
              <a:t>INCONVENIENTS</a:t>
            </a:r>
          </a:p>
          <a:p>
            <a:r>
              <a:rPr lang="fr-FR" sz="2600" dirty="0"/>
              <a:t>CAS D’UTILISATION</a:t>
            </a:r>
          </a:p>
          <a:p>
            <a:r>
              <a:rPr lang="fr-FR" sz="2600" dirty="0"/>
              <a:t>CONCLUSION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194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400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61" y="1252258"/>
            <a:ext cx="7511472" cy="4041162"/>
          </a:xfrm>
        </p:spPr>
        <p:txBody>
          <a:bodyPr>
            <a:normAutofit/>
          </a:bodyPr>
          <a:lstStyle/>
          <a:p>
            <a:r>
              <a:rPr sz="2800" dirty="0" err="1"/>
              <a:t>Protocole</a:t>
            </a:r>
            <a:r>
              <a:rPr sz="2800" dirty="0"/>
              <a:t> de transport</a:t>
            </a:r>
          </a:p>
          <a:p>
            <a:r>
              <a:rPr sz="2800" dirty="0"/>
              <a:t>Au-dessus de IP</a:t>
            </a:r>
          </a:p>
          <a:p>
            <a:r>
              <a:rPr sz="2800" dirty="0"/>
              <a:t>Sans </a:t>
            </a:r>
            <a:r>
              <a:rPr sz="2800" dirty="0" err="1"/>
              <a:t>connexion</a:t>
            </a:r>
            <a:endParaRPr sz="2800" dirty="0"/>
          </a:p>
          <a:p>
            <a:r>
              <a:rPr sz="2800" dirty="0"/>
              <a:t>Simple et </a:t>
            </a:r>
            <a:r>
              <a:rPr sz="2800" dirty="0" err="1"/>
              <a:t>rapide</a:t>
            </a:r>
            <a:endParaRPr sz="2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AB8F62-E58F-EF47-3BE2-4986467A7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416" y="3153697"/>
            <a:ext cx="4892778" cy="32618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437EFC6-5B3E-1C3A-12F0-F9B2BBB87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89BAFDA-3526-82E5-CA70-853A4983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DD3FA25-5B92-FD1A-6742-FD1326D3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5948455-A6E6-0787-5283-8970C6326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A3C3977-2A71-9B9F-42ED-FF811BD1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D7E3BAA-B26C-7DA4-6187-E57EE6C2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870EAED-0976-7A49-3EEC-EC8008F85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UDP = rapide mais non fiable</a:t>
            </a:r>
          </a:p>
          <a:p>
            <a:r>
              <a:t>Idéal temps réel</a:t>
            </a:r>
          </a:p>
          <a:p>
            <a:r>
              <a:t>Performance &gt; précision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llage">
  <a:themeElements>
    <a:clrScheme name="Maillage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illag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illag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TM03457485[[fn=Maillage]]</Template>
  <TotalTime>1062</TotalTime>
  <Words>49</Words>
  <Application>Microsoft Office PowerPoint</Application>
  <PresentationFormat>Affichage à l'écran (4:3)</PresentationFormat>
  <Paragraphs>26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Maillage</vt:lpstr>
      <vt:lpstr>UDP </vt:lpstr>
      <vt:lpstr>sommaire</vt:lpstr>
      <vt:lpstr>introduction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Gwendal Merlin-yhuel</cp:lastModifiedBy>
  <cp:revision>4</cp:revision>
  <dcterms:created xsi:type="dcterms:W3CDTF">2013-01-27T09:14:16Z</dcterms:created>
  <dcterms:modified xsi:type="dcterms:W3CDTF">2026-04-09T07:47:48Z</dcterms:modified>
  <cp:category/>
</cp:coreProperties>
</file>